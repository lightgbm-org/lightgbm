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irwise LambdaRank theory slide" descr="One-page mathematical over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ghtGBM Slide">
  <a:themeElements>
    <a:clrScheme name="LightGBM">
      <a:dk1>
        <a:srgbClr val="17212B"/>
      </a:dk1>
      <a:lt1>
        <a:srgbClr val="FFFFFF"/>
      </a:lt1>
      <a:dk2>
        <a:srgbClr val="56616B"/>
      </a:dk2>
      <a:lt2>
        <a:srgbClr val="F5F7F4"/>
      </a:lt2>
      <a:accent1>
        <a:srgbClr val="087F5B"/>
      </a:accent1>
      <a:accent2>
        <a:srgbClr val="B54708"/>
      </a:accent2>
      <a:accent3>
        <a:srgbClr val="2563A6"/>
      </a:accent3>
      <a:accent4>
        <a:srgbClr val="69D3AC"/>
      </a:accent4>
      <a:accent5>
        <a:srgbClr val="D6DCD7"/>
      </a:accent5>
      <a:accent6>
        <a:srgbClr val="89928B"/>
      </a:accent6>
      <a:hlink>
        <a:srgbClr val="0563C1"/>
      </a:hlink>
      <a:folHlink>
        <a:srgbClr val="954F72"/>
      </a:folHlink>
    </a:clrScheme>
    <a:fontScheme name="DejaVu Sans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LightGBM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MMClips>0</MMClips>
  <ScaleCrop>false</ScaleCrop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Pairwise LambdaRank: Mathematical Theory</dc:title>
  <dc:creator>LightGBM team</dc:creator>
  <cp:lastModifiedBy>LightGBM team</cp:lastModifiedBy>
  <dcterms:created xsi:type="dcterms:W3CDTF">2026-07-13T00:00:00Z</dcterms:created>
  <dcterms:modified xsi:type="dcterms:W3CDTF">2026-07-13T00:00:00Z</dcterms:modified>
</cp:coreProperties>
</file>